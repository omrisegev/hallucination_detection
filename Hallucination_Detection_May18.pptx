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Spectral Hallucination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CD8F0"/>
                </a:solidFill>
              </a:rPr>
              <a:t>Progress Update --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BBDD"/>
                </a:solidFill>
              </a:rPr>
              <a:t>Omri Segev  |  Advisors: Ofir Lindenbaum, Bracha Laufer-Goldshtein, Amir Globerson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4114800"/>
            <a:ext cx="7589520" cy="438912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Method: H(n) Spectral Features + Nadler Fusion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663440"/>
            <a:ext cx="7589520" cy="438912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Results: Math | GPQA | Factual QA | RAG | Agentic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212080"/>
            <a:ext cx="7589520" cy="438912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Next: Phase 11a complete + Phase 11b code/navigation pilots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Are We Detecting?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Token-level entropy H(n) = -sum_v p_v log p_v  |  single forward pass  |  no labels at test time</a:t>
            </a:r>
          </a:p>
        </p:txBody>
      </p:sp>
      <p:pic>
        <p:nvPicPr>
          <p:cNvPr id="5" name="Picture 4" descr="fig1_individua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394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6263640"/>
            <a:ext cx="11612880" cy="457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We analyze the model's INTERNAL uncertainty signal -- not the text output. Gray-box: we need token probabilities from a single forward pass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Hallucination Changes the Spectral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Average Power Spectral Density (DC removed)  |  MATH-500 / Qwen-7B T=1.0</a:t>
            </a:r>
          </a:p>
        </p:txBody>
      </p:sp>
      <p:pic>
        <p:nvPicPr>
          <p:cNvPr id="5" name="Picture 4" descr="fig2_avg_p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76072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23232"/>
                </a:solidFill>
              </a:rPr>
              <a:t>-&gt;  Incorrect outputs concentrate MORE energy at high frequencies (bursts, instability)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23232"/>
                </a:solidFill>
              </a:rPr>
              <a:t>-&gt;  Correct outputs concentrate energy at low frequencies (smooth, structured reasoning)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0070C0"/>
                </a:solidFill>
              </a:rPr>
              <a:t>-&gt;  EPR = mean of H(n) = DC component only.  Spectral features use the FULL PSD.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16 Spectral Features -- Individual Performance on MATH-500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sw_var_peak and cusum_max emerge as the two most universal features across all 5 domains</a:t>
            </a:r>
          </a:p>
        </p:txBody>
      </p:sp>
      <p:pic>
        <p:nvPicPr>
          <p:cNvPr id="5" name="Picture 4" descr="fig3_feature_au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Feature families: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91640"/>
            <a:ext cx="4114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50">
                <a:solidFill>
                  <a:srgbClr val="323232"/>
                </a:solidFill>
              </a:rPr>
              <a:t>o  EPR (mean entropy) -- the paper baseline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070C0"/>
                </a:solidFill>
              </a:rPr>
              <a:t>o  FFT: spectral_entropy, low/high_band_power,
   dominant_freq, spectral_centroid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7030A0"/>
                </a:solidFill>
              </a:rPr>
              <a:t>o  STFT: stft_spectral_entropy, stft_max_high_power
   (non-stationary, short-time)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FF6600"/>
                </a:solidFill>
              </a:rPr>
              <a:t>o  Time-domain: sw_var_peak, cusum_max, hurst,
   trace_length, rpdi, pe_mean, hl_ratio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4846320"/>
            <a:ext cx="4114800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Best Nadler fusion: 90.0% AUROC
(MATH-500, Qwen-7B, T=1.0)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Correlation Topology -- 7,001 Samples Across 5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Spearman correlation  |  why Nadler fusion works: sw_var_peak and cusum_max are ORTHOGONAL to EPR</a:t>
            </a:r>
          </a:p>
        </p:txBody>
      </p:sp>
      <p:pic>
        <p:nvPicPr>
          <p:cNvPr id="5" name="Picture 4" descr="meta_analysis_cell06_ou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7955279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What this shows: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182880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50">
                <a:solidFill>
                  <a:srgbClr val="323232"/>
                </a:solidFill>
              </a:rPr>
              <a:t>-&gt;  epr / hurst / pe_mean are correlated
   (all measure global entropy level)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323232"/>
                </a:solidFill>
              </a:rPr>
              <a:t>-&gt;  spectral_entropy and stft_entropy correlated
   (same signal, different window)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009640"/>
                </a:solidFill>
              </a:rPr>
              <a:t>-&gt;  sw_var_peak + cusum_max are ORTHOGONAL
   to EPR cluster =&gt; Nadler gains signal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C00000"/>
                </a:solidFill>
              </a:rPr>
              <a:t>-&gt;  pe_min isolated from all clusters
   =&gt; confirmed noise, removed (rank 17/17)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Importance Varies By Domain -- Meta-Analysis (7,001 Samples)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Random Forest Gini importance  |  5 domains  |  bottom-right panel: cross-domain verdict</a:t>
            </a:r>
          </a:p>
        </p:txBody>
      </p:sp>
      <p:pic>
        <p:nvPicPr>
          <p:cNvPr id="5" name="Picture 4" descr="feature_importanc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3000"/>
            <a:ext cx="117957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It Works: Math Reasoning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H(n) covers the FULL generation trace (reasoning chain + answer)  |  ~500-2000 tokens</a:t>
            </a:r>
          </a:p>
        </p:txBody>
      </p:sp>
      <p:pic>
        <p:nvPicPr>
          <p:cNvPr id="5" name="Picture 4" descr="math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704320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6492240"/>
            <a:ext cx="11704320" cy="3017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FFFFFF"/>
                </a:solidFill>
              </a:rPr>
              <a:t>Hallucinating model: regime shifts (cusum_max) and local variance spikes (sw_var_peak) appear mid-reasoning. Correct model: smooth low-entropy trajectory.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Math Reasoning: Results vs Competitors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Long reasoning traces (500-2000 tokens) give FFT sufficient frequency resolution</a:t>
            </a:r>
          </a:p>
        </p:txBody>
      </p:sp>
      <p:pic>
        <p:nvPicPr>
          <p:cNvPr id="5" name="Picture 4" descr="fig5_avg_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12648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Performance comparison: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45920"/>
          <a:ext cx="55778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640080"/>
                <a:gridCol w="594360"/>
                <a:gridCol w="640080"/>
                <a:gridCol w="594360"/>
              </a:tblGrid>
              <a:tr h="7086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Dataset / Model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AUROC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Labels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Access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Passes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 (Ours)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MATH-500 / Qwen-7B T=1.0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GSM8K / Llama-3.1-8B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76.0%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LapEigvals (2502.17598)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GSM8K / Llama-3.1-8B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72.0%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0" y="4709160"/>
            <a:ext cx="5486400" cy="1005840"/>
          </a:xfrm>
          <a:prstGeom prst="rect">
            <a:avLst/>
          </a:prstGeom>
          <a:solidFill>
            <a:srgbClr val="FFF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0">
                <a:solidFill>
                  <a:srgbClr val="804000"/>
                </a:solidFill>
              </a:rPr>
              <a:t>+4.0 pp over closest unsupervised competitor on same task+model
Note: T=1.5 gives 96.6% -- ceiling artifact (more mistakes =&gt; inflated AUC); honest number is T=1.0 = 90.0%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GPQA Diamond: Scale Matters -- PhD-Level Science MCQ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198 questions, 4-option MCQ  |  detection ceiling = model's own task accuracy</a:t>
            </a:r>
          </a:p>
        </p:txBody>
      </p:sp>
      <p:pic>
        <p:nvPicPr>
          <p:cNvPr id="5" name="Picture 4" descr="gpqa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0292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1887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Performance comparison: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45920"/>
          <a:ext cx="5486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97280"/>
                <a:gridCol w="640080"/>
                <a:gridCol w="594360"/>
                <a:gridCol w="640080"/>
                <a:gridCol w="59436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AUROC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Labels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Access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Passes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 (Ours)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Qwen-72B AWQ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69.0%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7B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65.4%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No published spectral
competitor on GPQA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4297680"/>
            <a:ext cx="5943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7B models: ~30-40% task accuracy =&gt; too few correct examples for detector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72B AWQ raises accuracy to 40.4% =&gt; +3.6 pp AUROC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Method is bottlenecked by model performance, not our detector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00000"/>
                </a:solidFill>
              </a:rPr>
              <a:t>-&gt;  Gate not yet passed: need &gt;=70%; direction: even stronger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Negative Result: Spectral Features Don't Transfer to Factual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Falcon-3-10B  |  300 samples each  |  CoT prompting extends traces to 200-500 tokens -- still fails</a:t>
            </a:r>
          </a:p>
        </p:txBody>
      </p:sp>
      <p:pic>
        <p:nvPicPr>
          <p:cNvPr id="5" name="Picture 4" descr="direct_vs_co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76072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Comparison: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64592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31520"/>
                <a:gridCol w="640080"/>
                <a:gridCol w="594360"/>
                <a:gridCol w="640080"/>
                <a:gridCol w="59436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TriviaQA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WebQ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Labels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Access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Passes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 (Ours, CoT)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53.6%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61.9%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EPR direct answer (no CoT)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79.1%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71.8%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365760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C00000"/>
                </a:solidFill>
              </a:rPr>
              <a:t>-&gt;  Direct traces: 20-50 tokens =&gt; FFT has no frequency resolution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CoT traces: 200-500 tokens =&gt; no systematic spectral structure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CoT SMOOTHS entropy (confidence masking) =&gt; worse than direct EPR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Factual recall != reasoning: model retrieves, not generates 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5577840"/>
            <a:ext cx="5486400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This is a BOUNDARY CONDITION, not a failure.
Spectral features detect generative uncertainty during REASONING -- not factual recall.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It Works: RAG Domain -- Detecting Ungrounded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L-CiteEval  |  model prompted to cite retrieved passages [n]  |  H(n) sliced by citation boundaries</a:t>
            </a:r>
          </a:p>
        </p:txBody>
      </p:sp>
      <p:pic>
        <p:nvPicPr>
          <p:cNvPr id="5" name="Picture 4" descr="rag_citation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70432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RAG Results: 16 Cells (4 Models x 4 Datasets)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Median AUROC ~72.8%  |  12/16 cells &gt;=70%  |  Best: llama8b/HotpotQA = 87.7%</a:t>
            </a:r>
          </a:p>
        </p:txBody>
      </p:sp>
      <p:pic>
        <p:nvPicPr>
          <p:cNvPr id="5" name="Picture 4" descr="A_headline_au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76656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6948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vs competitors: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69480" y="1645920"/>
          <a:ext cx="48920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685800"/>
                <a:gridCol w="685800"/>
                <a:gridCol w="640080"/>
                <a:gridCol w="594360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AUROC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Labels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Access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Passes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
(Ours, Llama-8B)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HotpotQA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87.7%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
(Ours, Qwen-7B)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2Wiki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80.5%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LOS-Net
(2503.14043)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HotpotQA
Mistral-7B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72.92%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Required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69480" y="44805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009640"/>
                </a:solidFill>
              </a:rPr>
              <a:t>*  Beat supervised LOS-Net by +14.8 pp WITHOUT labels!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Median 16 cells: ~72.8% | 12/16 &gt;= 70%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Top features: rpdi + spectral_entropy + sw_var_peak_adaptive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Sanity check: trace_length alone = 50.8% (chance)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RAG Sanity: Signal Is Spectral Shape, Not Response Length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trace_length alone gives 50.8% (chance) -- the AUC comes from spectral structure, not verbosity</a:t>
            </a:r>
          </a:p>
        </p:txBody>
      </p:sp>
      <p:pic>
        <p:nvPicPr>
          <p:cNvPr id="5" name="Picture 4" descr="E_length_controlled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RAG: Score Distributions -- Grounded vs Ungrounded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Nadler-fused scores per (model, dataset) cell  |  AUC annotated per panel  |  separation is visible</a:t>
            </a:r>
          </a:p>
        </p:txBody>
      </p:sp>
      <p:pic>
        <p:nvPicPr>
          <p:cNvPr id="5" name="Picture 4" descr="D_fusion_distribution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It Works: Agentic ReAct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Phase 11a  |  MAX_STEPS=3  |  H(n) from Thought tokens only  |  Phi_min = weakest-link aggregation</a:t>
            </a:r>
          </a:p>
        </p:txBody>
      </p:sp>
      <p:pic>
        <p:nvPicPr>
          <p:cNvPr id="5" name="Picture 4" descr="agentic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704320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6492240"/>
            <a:ext cx="11704320" cy="3017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FFFFFF"/>
                </a:solidFill>
              </a:rPr>
              <a:t>Key insight: even with only 50-150 tokens per step, unreliable reasoning leaves a spectral fingerprint. Phi_min = the weakest step drives the final score (a chain is only as strong as its weakest link).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Agentic: Early Signal vs AUQ Baseline (Zhang et al.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4 models x 2 datasets x 3 aggregations  |  run not yet complete (Mistral-24B + Qwen-72B pending)</a:t>
            </a:r>
          </a:p>
        </p:txBody>
      </p:sp>
      <p:pic>
        <p:nvPicPr>
          <p:cNvPr id="5" name="Picture 4" descr="agenti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1887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Comparison: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45920"/>
          <a:ext cx="5715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685800"/>
                <a:gridCol w="594360"/>
                <a:gridCol w="731520"/>
                <a:gridCol w="68580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AUROC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Labels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Access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Passes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Spectral Nadler Phi_min
(Ours, mid-run)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2Wiki / DeepSeek-7B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85.0%*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Gray-box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1/step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323232"/>
                          </a:solidFill>
                        </a:rPr>
                        <a:t>AUQ verbalized
(Zhang et al.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ALFWorld / Phi_min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79.1%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White-box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323232"/>
                          </a:solidFill>
                        </a:rPr>
                        <a:t>1/step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3931920"/>
            <a:ext cx="5943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4 models: Qwen-7B, DeepSeek-R1-7B, Mistral-24B, Qwen-72B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Datasets: HotpotQA + 2WikiMultiHopQA (200 each)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323232"/>
                </a:solidFill>
              </a:rPr>
              <a:t>-&gt;  Aggregations: Phi_min / Phi_avg / Phi_last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9640"/>
                </a:solidFill>
              </a:rPr>
              <a:t>-&gt;  Key advantage over AUQ: gray-box (no verbalization needed), single pass per step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FF6600"/>
                </a:solidFill>
              </a:rPr>
              <a:t>-&gt;  AUQ requires asking model its confidence in text -- RLHF-aligned models often lie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5989320"/>
            <a:ext cx="5943600" cy="640080"/>
          </a:xfrm>
          <a:prstGeom prst="rect">
            <a:avLst/>
          </a:prstGeom>
          <a:solidFill>
            <a:srgbClr val="FFF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804000"/>
                </a:solidFill>
              </a:rPr>
              <a:t>Run not yet complete: Mistral-24B + Qwen-72B cells pending.
Mid-run signal is DeepSeek-R1-7B only. Official results after full run.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8F0"/>
                </a:solidFill>
              </a:rPr>
              <a:t>Phase 11a completion + Phase 11b new domains + thesis end-game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749039" cy="5486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Phase 11a: Complete ReAct Multi-hop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74519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Run Mistral-24B (normal runtime)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Run Qwen-72B (fresh runtime + gptqmodel stub)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Full analysis: 8 cells (4 models x 2 datasets)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Official Phi_min / Phi_avg / Phi_last AUC table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C00000"/>
                </a:solidFill>
              </a:rPr>
              <a:t>- Competitor: AUQ (Zhang et al. 2026)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      White-box verbalized confidence = 79.1%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      Our mid-run gray-box: 85.0% (+5.9 pp)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C00000"/>
                </a:solidFill>
              </a:rPr>
              <a:t>- Target: beat AUQ by &gt;=5 pp, unsupervised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1188720"/>
            <a:ext cx="3749039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Phase 11b Pilot A: HumanEval (Code)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874519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Domain: code generation + execution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N=20 problems, qwen25_7b, 3 attempts each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Label: unit test pass/fail (objective!)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H(n) from code generation tokens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C00000"/>
                </a:solidFill>
              </a:rPr>
              <a:t>- Competitor: DSDE (2026)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      Execution-based disagreement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C00000"/>
                </a:solidFill>
              </a:rPr>
              <a:t>      AUROC: 0.82-0.84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GO/NO-GO: &gt;=5 solved, traces non-degenerate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188720"/>
            <a:ext cx="3749039" cy="54864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Phase 11b Pilot B: ALFWorld (Navigation)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Domain: embodied text navigation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N=5 tasks, pick_and_place type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Model: qwen25_7b, MAX_STEPS=20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Label: task_success (binary)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H(n) from Thought tokens per step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C00000"/>
                </a:solidFill>
              </a:rPr>
              <a:t>- Competitor: AUQ (Zhang et al. 2026)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      Same paper as Phase 11a SOTA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C00000"/>
                </a:solidFill>
              </a:rPr>
              <a:t>      AUROC: 0.791 on ALFWorld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323232"/>
                </a:solidFill>
              </a:rPr>
              <a:t>- GO/NO-GO: alfworld imports stable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806440"/>
            <a:ext cx="1165860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Thesis end-game (after Phase 11):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3620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LTT Conformal Calibration (Bracha)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28816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</a:rPr>
              <a:t>~50 lines | data exists | converts AUROC -&gt; deployment guarantee: recall&gt;=90% at 95%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623620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Manifold Analysis (Ofir)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6528816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</a:rPr>
              <a:t>Do entropy trajectories lie on a manifold? Hallucination = escape. LOCA + IMM.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23620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Update Research_Directions + thesis write-up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528816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</a:rPr>
              <a:t>4 arenas confirmed: math | GPQA | RAG | agentic. 2 new pilots: code + navigation.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