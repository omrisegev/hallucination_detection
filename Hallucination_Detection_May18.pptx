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Spectral Hallucination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D8F0"/>
                </a:solidFill>
              </a:rPr>
              <a:t>Progress Update --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DD"/>
                </a:solidFill>
              </a:rPr>
              <a:t>Omri Segev  |  Advisors: Ofir Lindenbaum, Bracha Laufer-Goldshtein, Amir Globerson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114800"/>
            <a:ext cx="7589520" cy="438912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Method: H(n) Spectral Features + Nadler Fusion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663440"/>
            <a:ext cx="7589520" cy="438912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Results: Math | GPQA | Factual QA | RAG | Agentic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212080"/>
            <a:ext cx="7589520" cy="438912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Next: Phase 11a complete + Phase 11b code/navigation pilots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Are We Detecting?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MATH-500 / Qwen-7B T=1.0  |  3 correct (blue) vs 3 hallucinated (orange)  |  EPR = DC (mean) only -- discards all shape</a:t>
            </a:r>
          </a:p>
        </p:txBody>
      </p:sp>
      <p:pic>
        <p:nvPicPr>
          <p:cNvPr id="5" name="Picture 4" descr="fig1_individual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Incorrect answers show HIGHER, MORE VARIABLE entropy throughout the reasoning trace. Gray-box method: only token log-probabilities from one forward pass -- no attention maps, no extra sampling.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Hallucination Changes the Spectral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Average PSD (DC/EPR removed)  |  4 panels: MATH-500 (1.5B, 7B) and GPQA (Mistral-7B, Qwen-7B)  |  T=1.0 solid, T=1.5 dashed</a:t>
            </a:r>
          </a:p>
        </p:txBody>
      </p:sp>
      <p:pic>
        <p:nvPicPr>
          <p:cNvPr id="5" name="Picture 4" descr="ps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26480"/>
            <a:ext cx="8686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23232"/>
                </a:solidFill>
              </a:rPr>
              <a:t>x-axis: normalised frequency in cycles per token  (0 = DC removed by construction; 0.5 = alternates every 2 tokens)
Low band (0-0.1): one full oscillation per 10+ tokens -- slow structural patterns, reasoning stages
High band (0.4-0.5): rapid 2-3 token bursts -- local uncertainty spikes, hallucination signature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6126480"/>
            <a:ext cx="2926080" cy="71323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Pattern is CONSISTENT across 4 model/dataset combos: incorrect = more high-freq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16 Spectral Features -- Individual Performance on MATH-500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Phase 5 bar shows 12 features; 4 more added in Phase 8: cusum_max, pe_mean, hurst, cusum_shift_idx  |  16 total</a:t>
            </a:r>
          </a:p>
        </p:txBody>
      </p:sp>
      <p:pic>
        <p:nvPicPr>
          <p:cNvPr id="5" name="Picture 4" descr="fig3_feature_au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14300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Dataset: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463040"/>
            <a:ext cx="4434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</a:rPr>
              <a:t>MATH-500 (500 problems) / Qwen2.5-Math-7B-Instruct / T=1.0
Model accuracy 68.7%  =&gt;  ~310 correct, ~190 wrong  (balanced)
Why 7B? 1.5B at T=1.0 had too few errors for stable detection
(advisor feedback from previous meeting on class imbalance)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423160"/>
            <a:ext cx="4434840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Best Nadler subset (4 of 16):
trace_length + spectral_centroid + rpdi + sw_var_peak
Selected by rho-filtered exhaustive search (|rho|&lt;0.75)
=&gt; 90.0% AUROC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4787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Key feature formulas:</a:t>
            </a:r>
          </a:p>
        </p:txBody>
      </p:sp>
      <p:pic>
        <p:nvPicPr>
          <p:cNvPr id="10" name="Picture 9" descr="formula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886200"/>
            <a:ext cx="44348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Correlation Topology -- 7,001 Samples Across 5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All 16 features (incl. Phase 8 additions)  |  meta-analysis  |  Spearman rho  |  why Nadler works: orthogonality to EPR cluster</a:t>
            </a:r>
          </a:p>
        </p:txBody>
      </p:sp>
      <p:pic>
        <p:nvPicPr>
          <p:cNvPr id="5" name="Picture 4" descr="meta_analysis_cell06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7955279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What this shows: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323232"/>
                </a:solidFill>
              </a:rPr>
              <a:t>-&gt;  epr / hurst / pe_mean are correlated
   (all measure global entropy level)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323232"/>
                </a:solidFill>
              </a:rPr>
              <a:t>-&gt;  spectral_entropy and stft_entropy correlated
   (same signal, different window)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09640"/>
                </a:solidFill>
              </a:rPr>
              <a:t>-&gt;  sw_var_peak + cusum_max are ORTHOGONAL
   to EPR cluster =&gt; Nadler gains signal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C00000"/>
                </a:solidFill>
              </a:rPr>
              <a:t>-&gt;  pe_min isolated from all clusters
   =&gt; confirmed noise, removed (rank 17/17)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Importance Varies By Domain -- Meta-Analysis (7,001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Random Forest Gini importance  |  5 domains  |  bottom-right panel: cross-domain verdict</a:t>
            </a:r>
          </a:p>
        </p:txBody>
      </p:sp>
      <p:pic>
        <p:nvPicPr>
          <p:cNvPr id="5" name="Picture 4" descr="feature_importanc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117957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It Works: Math Reasoning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H(n) covers the FULL generation trace (reasoning chain + answer)  |  ~500-2000 tokens</a:t>
            </a:r>
          </a:p>
        </p:txBody>
      </p:sp>
      <p:pic>
        <p:nvPicPr>
          <p:cNvPr id="5" name="Picture 4" descr="math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704320" cy="5349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92240"/>
            <a:ext cx="11704320" cy="3017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FFFFFF"/>
                </a:solidFill>
              </a:rPr>
              <a:t>Hallucinating model: regime shifts (cusum_max) and local variance spikes (sw_var_peak) appear mid-reasoning. Correct model: smooth low-entropy trajectory.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Math Reasoning: Results vs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Long reasoning traces (500-2000 tokens) give FFT sufficient frequency resolution</a:t>
            </a:r>
          </a:p>
        </p:txBody>
      </p:sp>
      <p:pic>
        <p:nvPicPr>
          <p:cNvPr id="5" name="Picture 4" descr="fig5_avg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12648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Performance comparison: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645920"/>
          <a:ext cx="5577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640080"/>
                <a:gridCol w="594360"/>
                <a:gridCol w="640080"/>
                <a:gridCol w="594360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Dataset / Model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Labels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Passes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 (Ours)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MATH-500 / Qwen-7B T=1.0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GSM8K / Llama-3.1-8B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LapEigvals (2502.17598)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GSM8K / Llama-3.1-8B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White-box
(attn.maps)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0" y="4709160"/>
            <a:ext cx="5486400" cy="114300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804000"/>
                </a:solidFill>
              </a:rPr>
              <a:t>+4.0 pp over closest unsupervised competitor on same task+model
LapEigvals is WHITE-BOX: needs full attention maps (all layers+heads) + supervised logistic probe. Our method: token log-probs only (gray-box) -- strictly less model access.
T=1.5 gives 96.6% -- ceiling artifact (more mistakes =&gt; easier task); honest comparison is T=1.0.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GPQA Diamond: Scale Matters -- PhD-Level Science MCQ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198 questions, 4-option MCQ  |  traces shorter (~100-400 tokens)  |  detection ceiling = model's own task accuracy</a:t>
            </a:r>
          </a:p>
        </p:txBody>
      </p:sp>
      <p:pic>
        <p:nvPicPr>
          <p:cNvPr id="5" name="Picture 4" descr="B3_gpqa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858000" cy="3200400"/>
          </a:xfrm>
          <a:prstGeom prst="rect">
            <a:avLst/>
          </a:prstGeom>
        </p:spPr>
      </p:pic>
      <p:pic>
        <p:nvPicPr>
          <p:cNvPr id="6" name="Picture 5" descr="gpq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89120"/>
            <a:ext cx="429768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Performance comparison: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64592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594360"/>
                <a:gridCol w="548640"/>
                <a:gridCol w="594360"/>
                <a:gridCol w="5486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Labels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Passes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 (Ours)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Qwen-72B AWQ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69.0%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7B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No published spectral
competitor on GPQA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3977639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7B models: ~30-40% task accuracy =&gt; too few correct examples for detector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72B AWQ raises accuracy to 40.4% =&gt; +3.6 pp AUROC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Bottleneck: model performance, not the detector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00000"/>
                </a:solidFill>
              </a:rPr>
              <a:t>-&gt;  Gate not yet passed: need &gt;=70%; direction: even stronger model or ensembling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Negative Result: Spectral Features Don't Transfer to Factual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Falcon-3-10B  |  300 samples each  |  CoT extends traces to 200-500 tokens -- still fails  |  TriviaQA plot only</a:t>
            </a:r>
          </a:p>
        </p:txBody>
      </p:sp>
      <p:pic>
        <p:nvPicPr>
          <p:cNvPr id="5" name="Picture 4" descr="direct_vs_c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7607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Comparison: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64592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31520"/>
                <a:gridCol w="640080"/>
                <a:gridCol w="594360"/>
                <a:gridCol w="640080"/>
                <a:gridCol w="59436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TriviaQA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WebQ CoT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Labels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Passes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 (Ours, CoT)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53.6%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61.9%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EPR direct answer (no CoT)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92240" y="3630168"/>
            <a:ext cx="5486400" cy="77724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804000"/>
                </a:solidFill>
              </a:rPr>
              <a:t>WebQ direct answer: 0 correct samples in run =&gt; AUC undefined for direct-answer mode.
Plot above shows TriviaQA only. WebQ CoT = 61.9% (CoT added enough tokens to compute spectral features).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52628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00000"/>
                </a:solidFill>
              </a:rPr>
              <a:t>-&gt;  Direct traces: 20-50 tokens =&gt; FFT has no frequency resolution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CoT traces: 200-500 tokens =&gt; no systematic spectral structure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CoT SMOOTHS entropy (confidence masking) =&gt; worse than direct EPR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Factual recall != reasoning: model retrieves, not generates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5577840"/>
            <a:ext cx="5486400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This is a BOUNDARY CONDITION, not a failure.
Spectral features detect generative uncertainty during REASONING -- not factual recall.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It Works: RAG Domain -- Detecting Ungrounded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L-CiteEval  |  model prompted to cite retrieved passages [n]  |  H(n) sliced by citation boundaries</a:t>
            </a:r>
          </a:p>
        </p:txBody>
      </p:sp>
      <p:pic>
        <p:nvPicPr>
          <p:cNvPr id="5" name="Picture 4" descr="rag_citation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7043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RAG Results: 16 Cells (4 Models x 4 Datasets)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Median AUROC ~72.8%  |  12/16 cells &gt;=70%  |  Best: llama8b/HotpotQA = 87.7%</a:t>
            </a:r>
          </a:p>
        </p:txBody>
      </p:sp>
      <p:pic>
        <p:nvPicPr>
          <p:cNvPr id="5" name="Picture 4" descr="A_headline_au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76656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vs competitors: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69480" y="1645920"/>
          <a:ext cx="4846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640080"/>
                <a:gridCol w="640080"/>
                <a:gridCol w="594360"/>
                <a:gridCol w="594360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Labels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Passes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
(Ours, Llama-8B)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HotpotQA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87.7%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
(Ours, Qwen-7B)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2Wiki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80.5%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LOS-Net (2503.14043)
DIFFERENT TASK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Std HotpotQA
(no citations)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72.92%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6948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09640"/>
                </a:solidFill>
              </a:rPr>
              <a:t>*  Novel task: unsupervised citation grounding on L-CiteEval -- no direct published competitor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6600"/>
                </a:solidFill>
              </a:rPr>
              <a:t>-&gt;  LOS-Net uses standard HotpotQA (raw QA, no citation markers) -- different task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9640"/>
                </a:solidFill>
              </a:rPr>
              <a:t>-&gt;  Closest available benchmark: LOS-Net = 72.92%; we beat it by +14.8 pp (unsupervised!)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Median 16 cells: ~72.8% | 12/16 &gt;= 70%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RAG Sanity: Signal Is Spectral Shape, Not Response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trace_length alone gives 50.8% (chance) -- the AUC comes from spectral structure, not verbosity</a:t>
            </a:r>
          </a:p>
        </p:txBody>
      </p:sp>
      <p:pic>
        <p:nvPicPr>
          <p:cNvPr id="5" name="Picture 4" descr="E_length_controlled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RAG: Score Distributions -- Grounded vs Ungrounded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Nadler-fused scores per (model, dataset) cell  |  AUC annotated per panel  |  separation is visible</a:t>
            </a:r>
          </a:p>
        </p:txBody>
      </p:sp>
      <p:pic>
        <p:nvPicPr>
          <p:cNvPr id="5" name="Picture 4" descr="D_fusion_distribution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It Works: Agentic ReAct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Phase 11a  |  Task: multi-hop QA via ReAct  |  H(n) from Thought tokens only  |  Phi_min = weakest-link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Task (Phase 11a):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Input: question + Wikipedia passage dictionary
Model: ReAct loop, up to 3 steps (Thought =&gt; Action: search/finish =&gt; Observation)
Label: trajectory_correct = final answer matches gold answer 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58568"/>
            <a:ext cx="56692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23232"/>
                </a:solidFill>
              </a:rPr>
              <a:t>vs RAG (Phase 10):  RAG = 1 forward pass, model generates full cited response, H(n) sliced by citation markers.
Agentic = 3 separate passes; H(n) extracted from each Thought step (50-150 tokens); then aggregated via Phi.</a:t>
            </a:r>
          </a:p>
        </p:txBody>
      </p:sp>
      <p:pic>
        <p:nvPicPr>
          <p:cNvPr id="8" name="Picture 7" descr="agenti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27248"/>
            <a:ext cx="11704320" cy="34015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6583680"/>
            <a:ext cx="11704320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Phi_min = min(score_step1, score_step2, score_step3) -- weakest link.  Phi_avg = mean across steps.  Phi_last = final Thought only.
Phi_min outperforms: a reasoning chain is only as reliable as its most uncertain step.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Agentic: Early Signal vs AUQ Baseline (Zhang et al.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4 models x 2 datasets x 3 aggregations  |  run not yet complete (Mistral-24B + Qwen-72B pending)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23232"/>
                </a:solidFill>
              </a:rPr>
              <a:t>Phi_min = min(score_step1, …, score_stepK)   [weakest link]
Phi_avg = mean(score_step1, …, score_stepK)   [average reliability]
Phi_last = score_stepK only   [final Thought quality]</a:t>
            </a:r>
          </a:p>
        </p:txBody>
      </p:sp>
      <p:pic>
        <p:nvPicPr>
          <p:cNvPr id="6" name="Picture 5" descr="agenti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8840"/>
            <a:ext cx="53035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Comparison: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645920"/>
          <a:ext cx="5715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80160"/>
                <a:gridCol w="685800"/>
                <a:gridCol w="594360"/>
                <a:gridCol w="731520"/>
                <a:gridCol w="6858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Labels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Passes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Spectral Nadler Phi_min
(Ours, mid-run)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2Wiki / DeepSeek-7B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85.0%*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Gray-box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1/step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23232"/>
                          </a:solidFill>
                        </a:rPr>
                        <a:t>AUQ verbalized
(Zhang et al.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ALFWorld / Phi_min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79.1%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White-box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23232"/>
                          </a:solidFill>
                        </a:rPr>
                        <a:t>1/step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3931920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4 models: Qwen-7B, DeepSeek-R1-7B, Mistral-24B, Qwen-72B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232"/>
                </a:solidFill>
              </a:rPr>
              <a:t>-&gt;  Datasets: HotpotQA + 2WikiMultiHopQA (N=200 each)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6600"/>
                </a:solidFill>
              </a:rPr>
              <a:t>-&gt;  AUQ = asks model 'how confident are you?' in natural language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6600"/>
                </a:solidFill>
              </a:rPr>
              <a:t>-&gt;  RLHF-aligned models often claim high confidence even when wrong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9640"/>
                </a:solidFill>
              </a:rPr>
              <a:t>-&gt;  Our method: no verbalization; reads spectral shape only =&gt; gray-box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5989320"/>
            <a:ext cx="5943600" cy="64008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804000"/>
                </a:solidFill>
              </a:rPr>
              <a:t>Run not yet complete: Mistral-24B + Qwen-72B cells pending.
Mid-run signal is DeepSeek-R1-7B only. Official results after full run.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8F0"/>
                </a:solidFill>
              </a:rPr>
              <a:t>Phase 11a completion + Phase 11b new domains + thesis end-game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11a: Complete ReAct Multi-hop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Run Mistral-24B (normal runtime)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Run Qwen-72B (fresh runtime + gptqmodel stub)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Full analysis: 8 cells (4 models x 2 datasets)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Official Phi_min / Phi_avg / Phi_last AUC table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00000"/>
                </a:solidFill>
              </a:rPr>
              <a:t>- Competitor: AUQ (Zhang et al. 2026)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      White-box verbalized confidence = 79.1%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      Our mid-run gray-box: 85.0% (+5.9 pp)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00000"/>
                </a:solidFill>
              </a:rPr>
              <a:t>- Target: beat AUQ by &gt;=5 pp, unsupervised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749039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11b Pilot A: HumanEval (Code)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59" y="1874519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Domain: code generation + execution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N=20 problems, qwen25_7b, 3 attempts each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Label: unit test pass/fail (objective!)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H(n) from code generation tokens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00000"/>
                </a:solidFill>
              </a:rPr>
              <a:t>- Competitor: DSDE (2026)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      Execution-based disagreement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00000"/>
                </a:solidFill>
              </a:rPr>
              <a:t>      AUROC: 0.82-0.84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GO/NO-GO: &gt;=5 solved, traces non-degenerate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3749039" cy="548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Phase 11b Pilot B: ALFWorld (Navigation)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Domain: embodied text navigation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N=5 tasks, pick_and_place type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Model: qwen25_7b, MAX_STEPS=20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Label: task_success (binary)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H(n) from Thought tokens per step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00000"/>
                </a:solidFill>
              </a:rPr>
              <a:t>- Competitor: AUQ (Zhang et al. 2026)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      Same paper as Phase 11a SOTA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00000"/>
                </a:solidFill>
              </a:rPr>
              <a:t>      AUROC: 0.791 on ALFWorld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23232"/>
                </a:solidFill>
              </a:rPr>
              <a:t>- GO/NO-GO: alfworld imports stable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806440"/>
            <a:ext cx="116586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Thesis end-game (after Phase 11):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362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LTT Conformal Calibration (Bracha)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</a:rPr>
              <a:t>~50 lines | data exists | converts AUROC -&gt; deployment guarantee: recall&gt;=90% at 95%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62362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Manifold Analysis (Ofir)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65288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</a:rPr>
              <a:t>Do entropy trajectories lie on a manifold? Hallucination = escape. LOCA + IMM.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2362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Update Research_Directions + thesis write-up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288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</a:rPr>
              <a:t>4 arenas confirmed: math | GPQA | RAG | agentic. 2 new pilots: code +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